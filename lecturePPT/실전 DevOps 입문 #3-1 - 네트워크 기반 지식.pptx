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slide" Target="slides/slide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2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eac613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eac61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119fd4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119fd4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5cedd7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5cedd7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5cedd7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5cedd7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80b4f8d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180b4f8d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80b4f8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180b4f8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80b4f8d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180b4f8d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80b4f8d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180b4f8d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180b4f8d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180b4f8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602eb3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9602eb3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#3 - </a:t>
            </a:r>
            <a:r>
              <a:rPr lang="ko"/>
              <a:t>네트워크 기반 지식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AWS 구성 전 네트워크 기반 지식 습득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기반 지식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Public IP와 Private 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Port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Process와 Listen 상태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SSH 접속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Private IP </a:t>
            </a:r>
            <a:r>
              <a:rPr lang="ko"/>
              <a:t>개념 정리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5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Public IP </a:t>
            </a:r>
            <a:r>
              <a:rPr lang="ko"/>
              <a:t>개념 정리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8056"/>
            <a:ext cx="9143999" cy="3322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강의에서 사용하는 </a:t>
            </a:r>
            <a:r>
              <a:rPr lang="ko"/>
              <a:t>Public IP와 Private IP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00" y="1100550"/>
            <a:ext cx="828299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Port</a:t>
            </a:r>
            <a:endParaRPr/>
          </a:p>
        </p:txBody>
      </p:sp>
      <p:pic>
        <p:nvPicPr>
          <p:cNvPr id="96" name="Google Shape;96;p19" title="ChatGPT Image 2026년 6월 20일 오후 06_24_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388" y="1107175"/>
            <a:ext cx="678923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Process와 Listen 상태</a:t>
            </a:r>
            <a:endParaRPr/>
          </a:p>
        </p:txBody>
      </p:sp>
      <p:pic>
        <p:nvPicPr>
          <p:cNvPr id="102" name="Google Shape;102;p20" title="ChatGPT Image 2026년 6월 20일 오후 06_07_58.png"/>
          <p:cNvPicPr preferRelativeResize="0"/>
          <p:nvPr/>
        </p:nvPicPr>
        <p:blipFill rotWithShape="1">
          <a:blip r:embed="rId3">
            <a:alphaModFix/>
          </a:blip>
          <a:srcRect b="0" l="0" r="0" t="8742"/>
          <a:stretch/>
        </p:blipFill>
        <p:spPr>
          <a:xfrm>
            <a:off x="824975" y="1071350"/>
            <a:ext cx="7494075" cy="38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SSH 접속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150" y="1170125"/>
            <a:ext cx="689169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SSH 접속 (강의)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0800"/>
            <a:ext cx="8839201" cy="238244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3687425"/>
            <a:ext cx="85206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Console </a:t>
            </a:r>
            <a:r>
              <a:rPr lang="ko"/>
              <a:t>에서 제공하는 기능 사용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생각해보기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외부에서 도메인으로 내부 서버에 접속하려면 어떤 과정을 거칠까?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내부 서버끼리 통신할때는 어떤 과정을 거칠까? (MAC)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내부 서버에서 외부로 나갈때는 어떤 과정을 거칠까?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